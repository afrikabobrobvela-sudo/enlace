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Movimiento rectilíneo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Física I · Unidad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Ecuaciones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Velocidad media</a:t>
            </a:r>
          </a:p>
          <a:p>
            <a:pPr lvl="1"/>
            <a:r>
              <a:t>Aceleración &lt;constante&gt;</a:t>
            </a:r>
          </a:p>
          <a:p>
            <a:r>
              <a:rPr b="1" sz="2800">
                <a:solidFill>
                  <a:srgbClr val="C00000"/>
                </a:solidFill>
              </a:rPr>
              <a:t>Texto rojo en negritas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t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 (m)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1371600" cy="13716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914400" y="4572000"/>
            <a:ext cx="2743200" cy="914400"/>
            <a:chOff x="914400" y="4572000"/>
            <a:chExt cx="2743200" cy="914400"/>
          </a:xfrm>
        </p:grpSpPr>
        <p:sp>
          <p:nvSpPr>
            <p:cNvPr id="6" name="Rounded Rectangle 5"/>
            <p:cNvSpPr/>
            <p:nvPr/>
          </p:nvSpPr>
          <p:spPr>
            <a:xfrm>
              <a:off x="914400" y="4572000"/>
              <a:ext cx="2743200" cy="914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Recuadro en grupo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Oculta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